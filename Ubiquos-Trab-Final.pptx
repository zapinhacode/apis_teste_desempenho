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1e3b85e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81e3b85e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81e3b85e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81e3b85e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81e3b85e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81e3b85e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81e3b85e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81e3b85e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81e3b85e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81e3b85e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/>
              <a:t>Testes de Desempenho entre APIs</a:t>
            </a:r>
            <a:endParaRPr sz="4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Aluno: Bernardo Zaparoli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Tecnologias Utilizadas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Laravel 12 com PHP 8.3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Python 3.14 com Flask 3.1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Gateway com NGINX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PostgresSQL e Pgadmin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Docker e Docker Compose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Ferramenta Apache JMeter para testes de carga e stress das APIs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Número de usuários / Tempo de </a:t>
            </a:r>
            <a:r>
              <a:rPr lang="pt-BR"/>
              <a:t>inicializaçã</a:t>
            </a:r>
            <a:r>
              <a:rPr lang="pt-BR"/>
              <a:t>o / Contador de interação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</a:t>
            </a:r>
            <a:r>
              <a:rPr lang="pt-BR"/>
              <a:t>é</a:t>
            </a:r>
            <a:r>
              <a:rPr lang="pt-BR"/>
              <a:t>dia de CPU e Mem</a:t>
            </a:r>
            <a:r>
              <a:rPr lang="pt-BR"/>
              <a:t>ória</a:t>
            </a:r>
            <a:r>
              <a:rPr lang="pt-BR"/>
              <a:t> capturada pelo Docker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6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87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 sz="3550"/>
              <a:t>Os testes mostram crescimento consistente no uso de CPU conforme a carga aumenta.</a:t>
            </a:r>
            <a:endParaRPr sz="3550"/>
          </a:p>
          <a:p>
            <a:pPr indent="-3187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sz="3550"/>
              <a:t>O uso de memória é muito mais estável, com pequenas variações entre as configurações.</a:t>
            </a:r>
            <a:endParaRPr sz="3550"/>
          </a:p>
          <a:p>
            <a:pPr indent="-3187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sz="3550"/>
              <a:t>Containers baseados em Laravel apresentam o maior crescimento de CPU.</a:t>
            </a:r>
            <a:endParaRPr sz="3550"/>
          </a:p>
          <a:p>
            <a:pPr indent="-3187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sz="3550"/>
              <a:t>Containers Flask se mantêm com consumo moderado e estável.</a:t>
            </a:r>
            <a:endParaRPr sz="3550"/>
          </a:p>
          <a:p>
            <a:pPr indent="-3187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sz="3550"/>
              <a:t>Serviços auxiliares como </a:t>
            </a:r>
            <a:r>
              <a:rPr lang="pt-BR" sz="3550"/>
              <a:t>Postgresql</a:t>
            </a:r>
            <a:r>
              <a:rPr lang="pt-BR" sz="3550"/>
              <a:t> e pgAdmin também escalam, mas de forma mais gradual.</a:t>
            </a:r>
            <a:endParaRPr sz="35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media_cpu_memoria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00" y="1152475"/>
            <a:ext cx="8484576" cy="12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</a:t>
            </a:r>
            <a:r>
              <a:rPr lang="pt-BR"/>
              <a:t>édias das requisições capturadas pelo JMeter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 title="medias_requisico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825" y="1152475"/>
            <a:ext cx="6484325" cy="360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533100"/>
            <a:ext cx="8520600" cy="40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Ambos os sistemas apresentaram 0% de erros em todas as configurações de teste.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O Flask (Python) manteve alto throughput (~145–149 req/s) e baixa latência (~17–25 ms).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O Laravel (PHP) apresentou throughput significativamente menor (~17 req/s) e tempos de resposta muito superiores (~155–160 ms).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 diferença entre os frameworks foi consistente em todas as cargas, indicando um padrão estrutural.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Flask demonstrou melhor escalabilidade e desempenho geral, mantendo estabilidade mesmo em cenários mais pesados.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Laravel se manteve estável, porém com limitações claras no processamento, possivelmente relacionadas ao PHP-FPM.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</a:t>
            </a:r>
            <a:r>
              <a:rPr lang="pt-BR"/>
              <a:t>ão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Flask (Python) mostrou melhor desempenho geral: maior throughput e menor tempo de resposta.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Flask manteve estabilidade e eficiência mesmo em altas cargas.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Laravel (PHP) apresentou tempo de resposta elevado e throughput limitado em todas as configurações.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Laravel também teve maior consumo de CPU, indicando menor capacidade de escala.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Flask é mais adequado para cenários de alta performance; Laravel exige mais recursos ou otimizações para acompanhar.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